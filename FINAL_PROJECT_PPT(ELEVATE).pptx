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Prediction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Project: Customer Churn Analysis</a:t>
            </a:r>
          </a:p>
          <a:p>
            <a:r>
              <a:t>Tools Used: Python, scikit-learn, ELI5</a:t>
            </a:r>
          </a:p>
          <a:p>
            <a:r>
              <a:t>Model: Logistic Regression</a:t>
            </a:r>
          </a:p>
          <a:p>
            <a:r>
              <a:t>Outcome: Predict churn and provide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Customer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refers to customers leaving a company.</a:t>
            </a:r>
          </a:p>
          <a:p>
            <a:r>
              <a:t>High churn directly affects revenue and growth.</a:t>
            </a:r>
          </a:p>
          <a:p>
            <a:r>
              <a:t>Retaining existing customers is more cost-effective than acquiring new ones.</a:t>
            </a:r>
          </a:p>
          <a:p>
            <a:r>
              <a:t>Hence, churn prediction is very important for businesses.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company is facing customer loss over time.</a:t>
            </a:r>
          </a:p>
          <a:p>
            <a:r>
              <a:t>There is no system to identify customers who may leave.</a:t>
            </a:r>
          </a:p>
          <a:p>
            <a:r>
              <a:t>Manual analysis is difficult due to large data size.</a:t>
            </a:r>
          </a:p>
          <a:p>
            <a:r>
              <a:t>A machine learning solution is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whether a customer will churn or not.</a:t>
            </a:r>
          </a:p>
          <a:p>
            <a:r>
              <a:t>Identify key factors influencing churn.</a:t>
            </a:r>
          </a:p>
          <a:p>
            <a:r>
              <a:t>Build an interpretable ML model.</a:t>
            </a:r>
          </a:p>
          <a:p>
            <a:r>
              <a:t>Provide actionable recommendations for business teams.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contains customer demographic, service usage, and billing details.</a:t>
            </a:r>
          </a:p>
          <a:p>
            <a:r>
              <a:t>Includes numerical and categorical features.</a:t>
            </a:r>
          </a:p>
          <a:p>
            <a:r>
              <a:t>Target variable: Churn (Yes/No).</a:t>
            </a:r>
          </a:p>
          <a:p>
            <a:r>
              <a:t>Data preprocessing performed before model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Column names cleaned for consistency.</a:t>
            </a:r>
          </a:p>
          <a:p>
            <a:r>
              <a:t>Categorical variables converted using one-hot encoding.</a:t>
            </a:r>
          </a:p>
          <a:p>
            <a:r>
              <a:t>Numerical features scaled for better model performance.</a:t>
            </a:r>
          </a:p>
          <a:p>
            <a:r>
              <a:t>Prepared clean input features for ML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 model selected.</a:t>
            </a:r>
          </a:p>
          <a:p>
            <a:r>
              <a:t>Simple, efficient, and easy to interpret.</a:t>
            </a:r>
          </a:p>
          <a:p>
            <a:r>
              <a:t>Implemented using scikit-learn.</a:t>
            </a:r>
          </a:p>
          <a:p>
            <a:r>
              <a:t>Data split into 80% training and 20% testing 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trained using training dataset.</a:t>
            </a:r>
          </a:p>
          <a:p>
            <a:r>
              <a:t>Predictions generated on test dataset.</a:t>
            </a:r>
          </a:p>
          <a:p>
            <a:r>
              <a:t>Evaluation metrics used: Accuracy, Precision, Recall, F1-score.</a:t>
            </a:r>
          </a:p>
          <a:p>
            <a:r>
              <a:t>Model shows reliable performance in churn prediction.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Explainability using ELI5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ELI5 library used to explain model predictions.</a:t>
            </a:r>
          </a:p>
          <a:p>
            <a:r>
              <a:t>Identifies important features affecting churn.</a:t>
            </a:r>
          </a:p>
          <a:p>
            <a:r>
              <a:t>High monthly charges increase churn probability.</a:t>
            </a:r>
          </a:p>
          <a:p>
            <a:r>
              <a:t>Long-term contracts reduce churn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High-risk customers can be identified early.</a:t>
            </a:r>
          </a:p>
          <a:p>
            <a:r>
              <a:t>Offer discounts to customers with high monthly charges.</a:t>
            </a:r>
          </a:p>
          <a:p>
            <a:r>
              <a:t>Encourage long-term subscription plans.</a:t>
            </a:r>
          </a:p>
          <a:p>
            <a:r>
              <a:t>Use churn prediction model regularly to reduce customer loss.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2145</Words>
  <Application>WPS Presentation</Application>
  <PresentationFormat>On-screen Show (4:3)</PresentationFormat>
  <Paragraphs>70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Customer Churn Prediction using Machine Learning</vt:lpstr>
      <vt:lpstr>Introduction to Customer Churn</vt:lpstr>
      <vt:lpstr>Problem Statement</vt:lpstr>
      <vt:lpstr>Project Objectives</vt:lpstr>
      <vt:lpstr>Dataset Overview</vt:lpstr>
      <vt:lpstr>Data Preprocessing &amp; Feature Engineering</vt:lpstr>
      <vt:lpstr>Machine Learning Model</vt:lpstr>
      <vt:lpstr>Model Training &amp; Evaluation</vt:lpstr>
      <vt:lpstr>Model Explainability using ELI5</vt:lpstr>
      <vt:lpstr>Business Insights &amp; Recommendations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Revanth Kalisetty</cp:lastModifiedBy>
  <cp:revision>2</cp:revision>
  <dcterms:created xsi:type="dcterms:W3CDTF">2013-01-27T09:14:00Z</dcterms:created>
  <dcterms:modified xsi:type="dcterms:W3CDTF">2025-12-22T18:28:16Z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FD3B6AFA299A42AF983882438BA2FFBE_12</vt:lpwstr>
  </property>
  <property fmtid="{D5CDD505-2E9C-101B-9397-08002B2CF9AE}" pid="3" name="KSOProductBuildVer">
    <vt:lpwstr>1033-12.2.0.23196</vt:lpwstr>
  </property>
</Properties>
</file>